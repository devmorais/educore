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Introduza o módulo, ressaltando a importância da liderança não como um talento inato, mas como uma habilidade que pode ser desenvolvida e praticada. Mencione o professor responsável.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Engaje a audiência desde o início, incentivando a reflexão pessoal sobre seu estilo de liderança. Destaque a oportunidade de compartilhamento no fórum como uma forma de aprendizado colaborativo.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duas primeiras características, explicando brevemente a relevância de cada uma. Enfatize que o autoconhecimento é a base para a liderança eficaz e que o propósito dá direção.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 importância da comunicação transparente e eficaz, tanto na fala quanto na escuta. Reforce que um bom líder é aquele que pratica o que prega, servindo de modelo para 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Aborde a visão de um líder que investe no crescimento de seus liderados. Explique como a delegação eficaz não só otimiza o trabalho, mas também desenvolve a autonomia e a responsabilidade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Fale sobre como o líder impulsiona a equipe, tanto através da motivação quanto da manutenção da disciplina. Destaque a importância da flexibilidade para navegar em cenários de mudança.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a lista de características, enfatizando a cultura de aprendizado contínuo através da permissão ao erro. Reitere a visão como bússola para o líder e para toda 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 o chamado à ação para o fórum. Utilize a tabela de 'Capacidade técnica' vs. 'Capacidade/vontade de fazer' como um prompt para autoavaliação e discussão. Mencione as instituições realizadoras como um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2103120"/>
          </a:xfrm>
          <a:prstGeom prst="rect">
            <a:avLst/>
          </a:prstGeom>
          <a:solidFill>
            <a:srgbClr val="2D4356"/>
          </a:solidFill>
          <a:ln w="12700">
            <a:solidFill>
              <a:srgbClr val="2D4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" cy="2103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 E ALTA PERFORMANCE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pelo EduCore · IA Educacional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2011680" cy="347472"/>
          </a:xfrm>
          <a:prstGeom prst="rect">
            <a:avLst>
              <a:gd name="adj" fmla="val 157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Liderança - Uma Introdução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ao Módulo 5: Liderança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Liderança? Inspirar, motivar e animar ideias, pessoas ou projetos.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não é dom, é virtude!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Marcos Fernandes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Forma de Liderança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SUA forma de liderança?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nosso tipo de liderança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no Fórum!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tópico e compartilhe conosco suas perspectivas.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Características de um Bom Líder (Parte 1)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Autoconhecimento: Entender seus próprios pontos fortes e fracos.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Liderar com Propósito: Ter uma visão clara e inspiradora para guiar a equipe.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Características de um Bom Líder (Parte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Comunicação: Capacidade de transmitir ideias, ouvir ativamente e dar feedback construtivo.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 Exemplo: Inspirar e guiar através das próprias ações e comportamento.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Características de um Bom Líder (Parte 3)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Reconhecer e Promover o Potencial: Identificar e desenvolver talentos na equipe.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Aceitar e Delegar Responsabilidades: Confiar nas habilidades da equipe e empoderá-los.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Características de um Bom Líder (Parte 4)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Motivação &amp; Disciplina: Manter a equipe engajada e focada nos objetivos.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Flexibilidade: Adaptar-se a novas situações e desafios, buscando soluções criativas.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Características de um Bom Líder (Parte 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Permitir o erro: Criar um ambiente seguro para experimentação e aprendizado.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Ter uma visão clara para onde vai: Definir o caminho e garantir que todos entendam e sigam o mesmo propósito.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Final e Próximos Passos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no Fórum e Compartilhe sua forma de liderança!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Técnica vs. Capacidade/Vontade de Fazer: onde você se encaixa?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Fecomércio DF | SENAC | Sesc Senac | Instituto Fecomércio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2D4356"/>
          </a:solidFill>
          <a:ln w="12700">
            <a:solidFill>
              <a:srgbClr val="2D4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 E ALTA PERFORMANCE · Gerado pelo EduCore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DE VIDA E ALTA PERFORMANCE</dc:title>
  <dc:subject>PptxGenJS Presentation</dc:subject>
  <dc:creator>EduCore AI</dc:creator>
  <cp:lastModifiedBy>EduCore AI</cp:lastModifiedBy>
  <cp:revision>1</cp:revision>
  <dcterms:created xsi:type="dcterms:W3CDTF">2026-05-21T22:10:35Z</dcterms:created>
  <dcterms:modified xsi:type="dcterms:W3CDTF">2026-05-21T22:10:35Z</dcterms:modified>
</cp:coreProperties>
</file>