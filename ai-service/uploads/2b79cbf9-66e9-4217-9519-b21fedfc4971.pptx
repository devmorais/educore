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2743200"/>
          </a:xfrm>
          <a:prstGeom prst="rtTriangle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0"/>
            <a:ext cx="10972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Arte da Comunicação Estratégica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Dominando a Redação Empresarial para o Sucesso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0" y="420624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4206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slides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Objetivos de Aprendizagem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347472" cy="34747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34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Analisar a relação intrínseca entre ideia, frase e unidade textual eficaz.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01368"/>
            <a:ext cx="347472" cy="34747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01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75564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Aplicar princípios fundamentais para a construção de parágrafos concisos e impactantes.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368296"/>
            <a:ext cx="347472" cy="34747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68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32257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Identificar e evitar os principais vícios de linguagem na escrita profissional.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935224"/>
            <a:ext cx="347472" cy="347472"/>
          </a:xfrm>
          <a:prstGeom prst="ellipse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935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88950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Avaliar a importância da concisão, clareza e eficácia para o texto empresarial moderno.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502152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021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45643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Propor estratégias práticas para superar desafios comuns na redação.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7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Desvendando a Arquitetura do Texto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Ideia ao Parágrafo: A Base da Comunicação Clara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Ideia = Frase: A Essência da Mensagem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97864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Ideia: Núcleo do pensamento a ser expresso.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55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Frase: Unidade linguística que materializa a ideia.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importa o número de palavras para expressar uma ideia.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8376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620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ou várias palavras podem conter um pensamento completo.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611880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6557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Pensamentos ordenados são a chave da clareza.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Parágrafo: Mini-Texto, Grande Impacto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97864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Estrutura: Introdução, Desenvolvimento, Conclusão (subentendida).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55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Frasal: Ideia-núcleo que motiva e inicia o parágrafo.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Motivação: Bloco de palavras que 'desencadeia' a construção.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8376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620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Requisito: Simples, rápido, objetivo e envolvente.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611880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6557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Flexibilidade: Tópico frasal pode ser deslocado (exceção).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Coesão vs. Coerência: O Elo do Sentido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80560" y="1005840"/>
            <a:ext cx="45720" cy="3657600"/>
          </a:xfrm>
          <a:prstGeom prst="rect">
            <a:avLst/>
          </a:prstGeom>
          <a:solidFill>
            <a:srgbClr val="1A73E8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Aspecto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**Coesão Textual**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Articulações gramaticais entre partes.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Conexão sequencial de palavras e frases.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Garante o fluxo e a ligação visível do texto.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Ex: Uso de conectivos, pronomes, sinônimos.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Aspecto 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**Coerência Textual**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Articulação lógica das ideias do texto.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Estruturação lógico-semântica.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Garante sentido e significado ao discurso.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Ex: Ideias que fazem sentido juntas e não se contradizem.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Denotação e Conotação: Duas Faces da Linguagem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97864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Denotação: Uso do signo em seu sentido real, literal.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55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Denotativo: 'Castelo de areia' (construção na praia).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Conotação: Uso do signo em sentido figurado, simbólico.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8376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620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Conotativo: 'Castelo de areia' (ocorrência incerta, sem solidez).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611880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6557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impacta a clareza e o tom da mensagem.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1A73E8">
                    <a:alpha val="3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Perigo dos 'Vírus' Textuais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Armadilhas na Escrita: O Que Evitar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97864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Abuso de citações: Desenvolva sua voz, evite a muleta.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55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 incompletas: Causam ambiguidade e falta de profissionalismo.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Redundância: Diga cada argumento apenas uma vez.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8376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620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Generalização: Seja o mais específico possível.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611880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6557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passiva: Prefira a voz ativa para maior clareza e dinamismo.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Pontuação e Siglas: Erros Que Custam Caro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97864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Pontuação: Utilize corretamente ponto e vírgula para dar sentido.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55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Interrogação: Não subestime seu poder, use-o com precisão.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Retóricas: Avalie sua real necessidade; muitas são dispensáveis.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8376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620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Siglas Desconhecidas: Jamais as utilize sem explicá-las.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611880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6557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clareza se constrói com rigor gramatical.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7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Busca pela Excelência Comunicativa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Concisa, Clara, Eficaz: A Receita do Texto Moderno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Concisão: Menos é Mais na Comunicação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97864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Expressar o máximo de informações com o mínimo de palavras.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55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sem excessos e sem clichês repetitivos.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informações relevantes é crucial.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8376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620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com precisão o significado das palavras.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611880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6557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palavra deve ter uma função significativa.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Clareza: O Poder da Compreensão Imediata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97864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Educar a capacidade de organização mental.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55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convenientemente o material idiomático.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vocabulário sofisticado e desnecessário.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8376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620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Abandonar frases imensas e complexas.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611880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6557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texto claro evita a rejeição da mensagem.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1A73E8">
                    <a:alpha val="3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Eficácia: O Elo da Resposta Desejada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Formal e Não Rebuscada: O Ponto de Equilíbrio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97864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Situações linguísticas são complexas e exigem adequação.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55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 regionais (dialeto): entonação, vocabulário, sintaxe.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 de ajuste (registros): contexto e destinatário.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8376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620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da variante reflete sua imagem profissional.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611880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6557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 formalidade sem rebuscamento, clareza sem vulgaridade.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 Processo da Comunicação: Interagindo com Sucesso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80560" y="1005840"/>
            <a:ext cx="45720" cy="3657600"/>
          </a:xfrm>
          <a:prstGeom prst="rect">
            <a:avLst/>
          </a:prstGeom>
          <a:solidFill>
            <a:srgbClr val="1A73E8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Aspecto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**Elementos Essenciais**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**Comunicador:** emissor, codificador.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**Mensagem:** conteúdo transmitido.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**Canal:** meio de transmissão (fala, escrita, internet).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**Código:** linguagem utilizada (verbal, não verbal).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**Recebedor:** receptor, decodificador.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Aspecto 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**Importância para a Eficácia**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Compreender cada elemento é vital.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Garantir a clareza da mensagem no envio.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Evitar ruídos no canal de transmissão.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Assegurar a correta decodificação pelo receptor.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Promover uma interação produtiva e propositiva.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Os Quatro Gigantes da Dificuldade na Escrita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 Falta de Hábito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0175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prática leva à fluidez.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6459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2. Vocabulário Reduzido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30175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é a solução.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6459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 Ideias Confusas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30175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organização se aprende escrevendo.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100584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6459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4. Medo de Errar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30175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Rompa o preconceito educacional.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7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Superando Barreiras e Conquistando a Fluidez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 Estratégias para Redatores de Sucesso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Pratique a Escrita: O Segredo da Maestria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97864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sobre tudo, mesmo que desordenadamente no início.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55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Depois, elimine excessos e deixe apenas o essencial no texto.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organização das ideias surge gradualmente com a prática.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8376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620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tenha medo de errar; é parte do processo de aprendizado.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611880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6557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deslizes gramaticais e de pontuação após escrever.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Pratique a Leitura: O Alimento do Vocabulário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97864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não lê, fala mal, ouve mal e vê muito menos.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55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leitura sobre qualquer assunto é válida.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com muita atenção aos detalhes e estruturas.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8376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620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Amplie seu repertório lexical e sua capacidade de argumentação.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611880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6557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leitura constante gera clareza e organização de ideias.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Armadilhas Gramaticais Comuns: Esteja Alerta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80560" y="1005840"/>
            <a:ext cx="45720" cy="3657600"/>
          </a:xfrm>
          <a:prstGeom prst="rect">
            <a:avLst/>
          </a:prstGeom>
          <a:solidFill>
            <a:srgbClr val="1A73E8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Aspecto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**Verbo HAVER: Impessoalidade**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Significa EXISTIR, OCORRER, FAZER (tempo).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Sempre na 3ª pessoa do singular.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Ex: 'Não havia recursos.'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Ex: 'Há dois anos que não me escreve.'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*Dica: EXISTIR é pessoal e concorda com o sujeito: 'Existem momentos'.*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Aspecto 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**Expressões Cruciais**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**'A meu ver'**: Sem artigo 'o'. (Ex: 'A meu ver, vencerá o mais atento.')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**'Em longo prazo'**: Não 'a longo prazo'. (Ex: 'Investimentos em longo prazo.')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**'À custa de'**: 'Custa' sempre no singular. (Ex: 'Vivia à custa do pai.')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**'Haja vista'**: Invariável. (Ex: 'Haja vista os resultados.')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Evolução da Redação Empresarial Moderna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2377440"/>
            <a:ext cx="8595360" cy="73152"/>
          </a:xfrm>
          <a:prstGeom prst="rect">
            <a:avLst/>
          </a:prstGeom>
          <a:solidFill>
            <a:srgbClr val="2D435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212848"/>
            <a:ext cx="402336" cy="402336"/>
          </a:xfrm>
          <a:prstGeom prst="ellipse">
            <a:avLst/>
          </a:prstGeom>
          <a:solidFill>
            <a:srgbClr val="1A73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12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24712" y="1371600"/>
            <a:ext cx="18288" cy="841248"/>
          </a:xfrm>
          <a:prstGeom prst="rect">
            <a:avLst/>
          </a:prstGeom>
          <a:solidFill>
            <a:srgbClr val="2D435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1627632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**Anos 90:** Transformações econômicas, políticas e sociais impactam o mercado e as empresas. Ascensão da globalização.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2212848"/>
            <a:ext cx="402336" cy="402336"/>
          </a:xfrm>
          <a:prstGeom prst="ellipse">
            <a:avLst/>
          </a:prstGeom>
          <a:solidFill>
            <a:srgbClr val="1A73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212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43784" y="2615184"/>
            <a:ext cx="18288" cy="841248"/>
          </a:xfrm>
          <a:prstGeom prst="rect">
            <a:avLst/>
          </a:prstGeom>
          <a:solidFill>
            <a:srgbClr val="2D435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9112" y="2834640"/>
            <a:ext cx="16276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**Era da Competitividade:** Foco na eficiência, responsabilidade social e ambiental. Luta por fatia de mercado.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70832" y="2212848"/>
            <a:ext cx="402336" cy="402336"/>
          </a:xfrm>
          <a:prstGeom prst="ellipse">
            <a:avLst/>
          </a:prstGeom>
          <a:solidFill>
            <a:srgbClr val="1A73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2212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62856" y="1371600"/>
            <a:ext cx="18288" cy="841248"/>
          </a:xfrm>
          <a:prstGeom prst="rect">
            <a:avLst/>
          </a:prstGeom>
          <a:solidFill>
            <a:srgbClr val="2D435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58184" y="914400"/>
            <a:ext cx="1627632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**Exigência Atual:** Comunicações mais objetivas e sintéticas. Busca pela 'qualidade total' no texto.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9904" y="2212848"/>
            <a:ext cx="402336" cy="402336"/>
          </a:xfrm>
          <a:prstGeom prst="ellipse">
            <a:avLst/>
          </a:prstGeom>
          <a:solidFill>
            <a:srgbClr val="1A73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2212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81928" y="2615184"/>
            <a:ext cx="18288" cy="841248"/>
          </a:xfrm>
          <a:prstGeom prst="rect">
            <a:avLst/>
          </a:prstGeom>
          <a:solidFill>
            <a:srgbClr val="2D435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77256" y="2834640"/>
            <a:ext cx="16276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**Impacto:** Um texto mal redigido representa perda financeira substancial para a organização.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08976" y="2212848"/>
            <a:ext cx="402336" cy="402336"/>
          </a:xfrm>
          <a:prstGeom prst="ellipse">
            <a:avLst/>
          </a:prstGeom>
          <a:solidFill>
            <a:srgbClr val="1A73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08976" y="2212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01000" y="1371600"/>
            <a:ext cx="18288" cy="841248"/>
          </a:xfrm>
          <a:prstGeom prst="rect">
            <a:avLst/>
          </a:prstGeom>
          <a:solidFill>
            <a:srgbClr val="2D435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96328" y="914400"/>
            <a:ext cx="1627632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**Presente:** A comunicação é uma ferramenta estratégica de gestão e marketing indireto.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Chave para uma Comunicação Impecável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0F4F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Estruturamos ideias em frases e parágrafos claros e coesos.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0F4F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7830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Identificamos vícios de linguagem para evitá-los com consciência.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5146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0F4F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146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Priorizamos concisão, clareza e eficácia como pilares da mensagem.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0F4F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515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Aprendemos a adequar a linguagem ao contexto e ao receptor.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78308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0F4F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7830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Reforçamos a importância da prática constante de escrita e leitura.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Sua Jornada Continua: Para Refletir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109728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99032"/>
            <a:ext cx="402336" cy="402336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99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1430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Quais são os três principais desafios que você enfrenta na sua escrita profissional e como pretende superá-los com as dicas de hoje?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8595360" cy="109728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633472"/>
            <a:ext cx="402336" cy="402336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33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3774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 que forma a clareza e a concisão podem impactar positivamente a imagem e os resultados da sua empresa?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520440"/>
            <a:ext cx="8595360" cy="109728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867912"/>
            <a:ext cx="402336" cy="402336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867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6118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Como você pode aplicar a metáfora da 'Torre de Babel' para melhorar a comunicação interna em seu ambiente de trabalho, evitando falhas de entendimento?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3657600" cy="2743200"/>
          </a:xfrm>
          <a:prstGeom prst="rtTriangle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 Sucesso Começa Pela Sua Voz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743200" y="2834640"/>
            <a:ext cx="36576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 meio às muitas habilidades que você precisa desenvolver para construir uma carreira de sucesso, a comunicação verbal é uma das mais importantes."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da Comunicação Estratégica: Dominando a ...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Arte da Comunicação Estratégica: Dominando a Redação Empresarial</dc:title>
  <dc:subject>PptxGenJS Presentation</dc:subject>
  <dc:creator>EduCore AI</dc:creator>
  <cp:lastModifiedBy>EduCore AI</cp:lastModifiedBy>
  <cp:revision>1</cp:revision>
  <dcterms:created xsi:type="dcterms:W3CDTF">2026-05-23T21:32:22Z</dcterms:created>
  <dcterms:modified xsi:type="dcterms:W3CDTF">2026-05-23T21:32:22Z</dcterms:modified>
</cp:coreProperties>
</file>