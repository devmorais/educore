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Introdução ao Prof. Marcos Fernandes e às instituições Fecomércio DF, Senac, Sesc Senac, Instituto Fecomércio. Apresentação do tema Liderança dentro do contexto do curso Qualidade de Vida e Alta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sobre a natureza da liderança, desafiando a percepção de dom inato e reforçando-a como uma virtude desenvolvível. Preparar os participantes para a reflexão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das características iniciais que formam a base de uma liderança eficaz, focando na autoconsciência e na capacidade de guiar e inspirar outros através da postura e da mensagem.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Continuação das características, enfatizando o papel do líder no desenvolvimento da equipe, na distribuição de tarefas e no fomento de um ambiente engajador e produtivo.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Finalização da lista, destacando a importância da adaptabilidade, da cultura de aprendizado contínuo (mesmo através de falhas) e da clareza estratégica para uma liderança de sucesso.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matriz de 'Capacidade técnica' vs. 'Capacidade/vontade de fazer' como uma ferramenta para o líder identificar pontos fortes, áreas de melhoria e como delegar de forma eficaz dentro da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o convite para a interação no fórum, incentivando a aplicação prática dos conhecimentos adquiridos e a troca de experiências entre os participantes.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final de agradecimento do Prof. Marcos Fernandes. Reafirmar a importância da liderança no caminho para a alta performance e o bem-estar. Menção das instituições: Fecomércio DF, Senac, Sesc Senac, Instituto Fecomércio.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solidFill>
            <a:srgbClr val="2D4356"/>
          </a:solidFill>
          <a:ln w="12700">
            <a:solidFill>
              <a:srgbClr val="2D4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64008" cy="21031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E ALTA PERFORMANCE: Liderança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automaticamente pelo EduCore · IA Educacional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4389120"/>
            <a:ext cx="2011680" cy="347472"/>
          </a:xfrm>
          <a:prstGeom prst="rect">
            <a:avLst>
              <a:gd name="adj" fmla="val 157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Liderança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E ALTA PERFORMANCE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3840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Bem-vindos ao módulo de Liderança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de Liderança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é inspirar, motivar e animar ideias, pessoas ou projetos.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não é dom, é virtude!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a sua forma de liderança?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1)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Autoconhecimento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Liderar com Propósito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Comunicação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66560" y="1188720"/>
            <a:ext cx="19202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188720"/>
            <a:ext cx="192024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1874520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 Exemplo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2)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Reconhecer e Promover o Potencial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Aceitar e Delegar Responsabilidades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Motivação &amp; Disciplina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Características de um Bom Líder (Parte 3)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Flexibilidade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Permitir o erro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Ter uma visão clara para onde vai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Liderança e o Potencial da Equipe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 e desenvolver lideranças?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técnica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/ Vontade de fazer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no Fórum: Sua Liderança em Destaque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tópico no fórum.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conosco qual a sua forma de liderança.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 com as características e conceitos estudados!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7315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164592"/>
            <a:ext cx="27432" cy="685800"/>
          </a:xfrm>
          <a:prstGeom prst="rect">
            <a:avLst/>
          </a:prstGeom>
          <a:solidFill>
            <a:srgbClr val="CAF0F8">
              <a:alpha val="60000"/>
            </a:srgbClr>
          </a:solidFill>
          <a:ln w="12700">
            <a:solidFill>
              <a:srgbClr val="CAF0F8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91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Liderança para o Sucesso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liderança é um pilar essencial para a Qualidade de Vida e Alta Performance.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Pratique, inspire e seja a mudança que você deseja ver.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2200" y="18745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Agradecemos sua participação!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846320"/>
            <a:ext cx="841248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8737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 AI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046720" y="487375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2D4356"/>
          </a:solidFill>
          <a:ln w="12700">
            <a:solidFill>
              <a:srgbClr val="2D435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45920"/>
            <a:ext cx="64008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VIDA E ALTA PERFORMANCE: Liderança · Gerado pelo EduCore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educore.com.br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VIDA E ALTA PERFORMANCE: Liderança</dc:title>
  <dc:subject>PptxGenJS Presentation</dc:subject>
  <dc:creator>EduCore AI</dc:creator>
  <cp:lastModifiedBy>EduCore AI</cp:lastModifiedBy>
  <cp:revision>1</cp:revision>
  <dcterms:created xsi:type="dcterms:W3CDTF">2026-05-21T02:39:14Z</dcterms:created>
  <dcterms:modified xsi:type="dcterms:W3CDTF">2026-05-21T02:39:14Z</dcterms:modified>
</cp:coreProperties>
</file>